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46"/>
  </p:normalViewPr>
  <p:slideViewPr>
    <p:cSldViewPr snapToGrid="0">
      <p:cViewPr>
        <p:scale>
          <a:sx n="107" d="100"/>
          <a:sy n="107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4564C-ABDD-9573-29B3-213387743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E4370F-6B1E-AF2E-9BA3-96E1CB9C1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4C64EF-B98D-DB32-6CD1-D5E53709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02C9-11AB-4F4E-BB3D-1D28E3FD69D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D44DBA-9653-2998-159E-19CF8894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6073BC-0AB6-A766-B033-5A2006A9F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2737-3148-A34E-888C-8105752981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2522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A8E42-7266-EC52-B16B-3E94FED6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CD55E4-2E7C-12FA-F3F4-D66945A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EDE283-4662-46F9-13EC-0E81B1E0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02C9-11AB-4F4E-BB3D-1D28E3FD69D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77A5B9-86B9-1675-17CB-C07CBF50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005BA0-1008-854B-E74E-BA5EB8A1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2737-3148-A34E-888C-8105752981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7656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F5D1D-4212-5803-3601-574106D05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9FA080-0DD7-9C9D-B9D8-F8BD1EE31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4DD301-0D6E-EC0F-1743-B0AB0412C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02C9-11AB-4F4E-BB3D-1D28E3FD69D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86926E-3FA6-0575-4DF5-CAC016667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A244EF-4B41-DB00-1BC2-1E2B5562B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2737-3148-A34E-888C-8105752981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369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3E8ED6-9BD8-40F0-C351-40C2CF8C5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F3FCC2-F7E2-69B7-0834-B2BF7EEBF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7F01F9-7F8C-66CE-AB9A-E7B927EEB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A7B6B6-DA18-062F-485A-E0413558B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02C9-11AB-4F4E-BB3D-1D28E3FD69D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714A02-44E7-D028-BA21-0EDB79B5B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163881-EC8F-B3E3-0864-0AE768F29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2737-3148-A34E-888C-8105752981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5126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56F40C-0047-33CB-7631-70B3CB7E7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8B71F1-24BC-3A16-220D-1B13C5E8D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6105F1-45D9-CCD6-1F8A-C5B60BAE3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84655B-E54F-2FBA-090A-3357A7B17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ADF60E-BBD2-13AB-3FA5-9AD951C44A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E959BF-4E63-738F-7E9C-EC37C9CDF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02C9-11AB-4F4E-BB3D-1D28E3FD69D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BCADA8D-A3D5-C09E-7C80-9117CFBD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7860EA-D8EC-3A17-8F91-380B8523C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2737-3148-A34E-888C-8105752981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6133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E8D9DD-ED7A-9723-99AE-D44B6768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0C2813-B35E-65E6-C6E5-B9CB71149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02C9-11AB-4F4E-BB3D-1D28E3FD69D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F39F93-740B-D9FF-D364-879BB23CB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3B47ED-DBB5-D24A-2861-408C7448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2737-3148-A34E-888C-8105752981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140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FB3FCC-6D77-33BC-9F78-75C75D5E8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02C9-11AB-4F4E-BB3D-1D28E3FD69D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3AF8F23-B5E0-7039-9DA4-8F7D21D8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39AF61-3372-6E15-6329-580C73B4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2737-3148-A34E-888C-8105752981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253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3187B-471B-5094-12F0-90383CFDE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5285F3-C3B8-B590-3EAB-5D3EE0C5A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CFDC9F-2B9B-0399-1720-FBC94E2C9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6362A5-E008-197C-0687-C6B6834BB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02C9-11AB-4F4E-BB3D-1D28E3FD69D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4D69D2-812A-68CE-FB4E-CE9ED755C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2F6BF7-6E72-F253-685C-B442D788F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2737-3148-A34E-888C-8105752981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8639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FA14C-5D5E-9289-1D50-EA2ECAF8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51F5DF-DC04-54AD-C2DC-C0E44BF6F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B92D2F-EC48-5200-FF25-DBF5B8C01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23729B-4A53-4A07-752A-2E72D0832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02C9-11AB-4F4E-BB3D-1D28E3FD69D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6257F6-588F-AF6D-8D71-65E582A5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1891F6-7FA4-F95D-87A4-B40839342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2737-3148-A34E-888C-8105752981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6203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D4CB0-544B-5BA9-9DE9-3CAFAD2E2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F9EFA9-E6BA-493B-2084-9EC6EE076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818876-4E7E-C3BC-DD65-D83EFB4EB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02C9-11AB-4F4E-BB3D-1D28E3FD69D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B3E17E-897E-73DD-9569-37FF29B56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412F47-5965-923A-AFD9-5FBFBB29E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2737-3148-A34E-888C-8105752981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862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865ED0-13E2-40E3-4836-1748C58EBE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2BC139-C525-7F5C-3258-15EE721EA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A83138-70F4-E407-06A4-FD40CED00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02C9-11AB-4F4E-BB3D-1D28E3FD69D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9F5FF4-2E95-0B4D-3E0E-7BB37EEA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3D1508-044B-8D12-EC8E-8890A95AA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2737-3148-A34E-888C-8105752981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7691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8C2580-C400-74E8-F11A-82122AA89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8BCE34-A75B-9C60-5C6F-9485D9116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147718-8886-DC93-0447-29842FC187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902C9-11AB-4F4E-BB3D-1D28E3FD69D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151DF-4392-AD45-8D55-DBD0615F1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40FD0B-EDB1-0876-37EF-0E34F8DC1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4F2737-3148-A34E-888C-8105752981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796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BCED6E7C-2AE0-796E-154C-875DE784A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710" y="1080656"/>
            <a:ext cx="9648580" cy="49859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3F44683-716A-D0C1-7C79-63DF101FED95}"/>
              </a:ext>
            </a:extLst>
          </p:cNvPr>
          <p:cNvSpPr txBox="1"/>
          <p:nvPr/>
        </p:nvSpPr>
        <p:spPr>
          <a:xfrm>
            <a:off x="464188" y="227316"/>
            <a:ext cx="4380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SVA TOOLKIT: INTRODUCTION</a:t>
            </a:r>
            <a:endParaRPr kumimoji="1"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85961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D5A6C-AE44-035A-88B7-78C946D8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A3DBDC8B-B29E-10AE-DA52-31226A3CABE3}"/>
              </a:ext>
            </a:extLst>
          </p:cNvPr>
          <p:cNvSpPr txBox="1"/>
          <p:nvPr/>
        </p:nvSpPr>
        <p:spPr>
          <a:xfrm>
            <a:off x="464188" y="227316"/>
            <a:ext cx="4380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SVA TOOLKIT: SVA-GEN</a:t>
            </a:r>
            <a:endParaRPr kumimoji="1" lang="zh-CN" altLang="en-US" sz="2000" b="1" dirty="0"/>
          </a:p>
        </p:txBody>
      </p:sp>
      <p:pic>
        <p:nvPicPr>
          <p:cNvPr id="3" name="图片 2" descr="图形用户界面, 文本&#10;&#10;AI 生成的内容可能不正确。">
            <a:extLst>
              <a:ext uri="{FF2B5EF4-FFF2-40B4-BE49-F238E27FC236}">
                <a16:creationId xmlns:a16="http://schemas.microsoft.com/office/drawing/2014/main" id="{356FD6CB-979F-D4C8-63B2-68B69D655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57" y="981883"/>
            <a:ext cx="10808460" cy="489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50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29B42-ED14-BC25-BBE1-57A1125F2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B88AADE-E92E-C6F0-43BD-3E8CB0C1E155}"/>
              </a:ext>
            </a:extLst>
          </p:cNvPr>
          <p:cNvSpPr txBox="1"/>
          <p:nvPr/>
        </p:nvSpPr>
        <p:spPr>
          <a:xfrm>
            <a:off x="464187" y="227316"/>
            <a:ext cx="5117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SVA TOOLKIT: IMPLICATION-CHECKER</a:t>
            </a:r>
            <a:endParaRPr kumimoji="1" lang="zh-CN" altLang="en-US" sz="2000" b="1" dirty="0"/>
          </a:p>
        </p:txBody>
      </p:sp>
      <p:pic>
        <p:nvPicPr>
          <p:cNvPr id="4" name="图片 3" descr="图形用户界面&#10;&#10;AI 生成的内容可能不正确。">
            <a:extLst>
              <a:ext uri="{FF2B5EF4-FFF2-40B4-BE49-F238E27FC236}">
                <a16:creationId xmlns:a16="http://schemas.microsoft.com/office/drawing/2014/main" id="{20B1301B-FC3D-7A09-D460-DEFDCA115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97" y="974940"/>
            <a:ext cx="10585953" cy="496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178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D26F4-4C2E-C9BF-C0CC-037A1E04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5A934EB-E240-A04A-518E-BE5F65232312}"/>
              </a:ext>
            </a:extLst>
          </p:cNvPr>
          <p:cNvSpPr txBox="1"/>
          <p:nvPr/>
        </p:nvSpPr>
        <p:spPr>
          <a:xfrm>
            <a:off x="464187" y="227316"/>
            <a:ext cx="5117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SVA TOOLKIT: IMPLICATION-CHECKER</a:t>
            </a:r>
            <a:endParaRPr kumimoji="1" lang="zh-CN" altLang="en-US" sz="2000" b="1" dirty="0"/>
          </a:p>
        </p:txBody>
      </p:sp>
      <p:pic>
        <p:nvPicPr>
          <p:cNvPr id="2" name="demo.mp4">
            <a:hlinkClick r:id="" action="ppaction://media"/>
            <a:extLst>
              <a:ext uri="{FF2B5EF4-FFF2-40B4-BE49-F238E27FC236}">
                <a16:creationId xmlns:a16="http://schemas.microsoft.com/office/drawing/2014/main" id="{7FE7F4E8-5A87-1738-2844-E98E3354CC9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06929" y="694848"/>
            <a:ext cx="8628413" cy="616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0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5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16</Words>
  <Application>Microsoft Macintosh PowerPoint</Application>
  <PresentationFormat>宽屏</PresentationFormat>
  <Paragraphs>4</Paragraphs>
  <Slides>4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启航 王</dc:creator>
  <cp:lastModifiedBy>启航 王</cp:lastModifiedBy>
  <cp:revision>1</cp:revision>
  <dcterms:created xsi:type="dcterms:W3CDTF">2026-01-15T06:51:01Z</dcterms:created>
  <dcterms:modified xsi:type="dcterms:W3CDTF">2026-01-15T10:00:14Z</dcterms:modified>
</cp:coreProperties>
</file>